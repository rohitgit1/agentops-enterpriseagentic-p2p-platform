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developer walkthrough: the product screen by screen from live captures, then the code that makes the guarantees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rebuild breaks this, it has the same screens and none of the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in — personas, not passwords. Nine seeded personas across the authority ladder. Identity is selected; authority is enforced. The persona *is* the auth token: The client sends the chosen id in X-User-Id; get_current_user resolves it. Production puts SSO here and changes nothing else. Role drives everything downstream: What each persona can decide is enforced server-side in hitl.decide(), not hidden in the UI. Start as Priya (AP Clerk): The lowest rung makes the authority limits visible within two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Center — the portfolio at a glance. KPIs against industry benchmarks, the invoice pipeline, aging, and the human-in-the-loop scoreboard. Touchless rate is real: Computed from invoices.human_touches, not a constant. Approving proposals moves it. The HITL scoreboard: Open checkpoints, value held, and how many are irreversible — the number that matters in a governance conversation. Live activity rail: Server-Sent Events from GET /api/events/stream, fed by workflow_events.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Inbox — where every agent action stops. Nothing below has touched the ERP, the ledger or a supplier. That happens only when a human decides. One row per `human_tasks` record: The inbox is a straight read of the checkpoint table, filtered by what your role may decide. Risk and irreversibility are badges: Both come from the policy verdict stored on the task at creation time. "Only what I can decide": Toggles the role filter. Higher roles see more checkpoints, not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 — what would change, and why it stopped. The amber panel answers the auditor's question directly: why is a human deciding this? "Why a human is deciding this": Each line is a policy gate that blocked, rendered from the stored PolicyDecision. Not marketing copy — the actual verdict. Authority is enforced here: Signed in as Controller, this CFO-level decision is refused. The buttons are present; the server rejects it. Evidence, not assertion: Every row cites the observation it came from, so the decision is reconstructable months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reasoning — the plan, the tools, the confidence. The full run: what it planned, each tool call and what came back, and the decision rules it applied. Persisted, not regenerated: Read from agent_executions.plan / .observations / .evidence. Re-opening this in a year shows the same thing. Decision rules are quantitative: e.g. "Amount variance +8.00% against a 3% tolerance" — a rule you can argue with. The narrator cannot change the outcome: The policy engine decided before the LLM was asked to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&amp; audit — every gate, opened or blocked. All seven gates with their verdicts, the required role, and the audit entries this decision will write. Default deny: allow_auto_execute needs every gate to open. Any single block sends it here. Value-based escalation is visible: The flags — controller_threshold, cfo_threshold, dual_approval — are the ones the engine actually set. The decision writes the chain: Approving appends a hash-chained audit_logs row covering the previous row's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Invoices — the working set. Every in-flight invoice with its stage, match result, owner and agent activity. `stage` decides which agent owns it: The orchestrator maps stage → agent. matching belongs to Three-Way Match, and nothing else touches it. Match result is stored, not derived: The full line-level analysis is kept on invoices.match_details for audit. Filter by stage to follow one agent: The fastest way to see a single agent's working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 detail — timeline, runs and source document. Every event, every agent run and every human decision against one invoice, in order. The timeline is `workflow_events`: Append-only and derived. Nothing in it can be edited from the UI. Agent runs link to their checkpoints: Run → proposal → decision → applied payload, all navigable. The source document is retained: Extraction is auditable against the text it actually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Exceptions — the agent's diagnosis, priced. Open cases with the proposed resolution and the alternatives costed out. Alternatives carry payloads: Picking one substitutes its payload into the checkpoint — the reviewer never retypes anything. Below 70% confidence it proposes nothing: Exception Resolution asks for a human owner instead. A confident wrong answer is worse than none. Severity is computed from impact: Not a label the agent picked; a function of the money at 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— scheduling, discounts and release. Payment-run proposals ranked by priority score, with the early-pay discount at stake quoted. `due_risk + supplier_tier + discount_value + sla_risk`: The breakdown is shown, not just the total — a total on its own is not reviewable. Blocked suppliers never appear: Payment Readiness skips them entirely rather than proposing a release that would be rejected. Release is irreversible: Always a Controller, always a human, at any autonomy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Procurement Command Center — six executive KPIs. Spend under management, contract compliance, supplier risk, tail spend, cycle time and savings. Most start off target on purpose: Approving the agents' proposals is what closes the gaps — that is the story worth showing. Publishing the brief is CFO-level: It reaches an audience that will act on it and cannot be unsent. Heatmap data is an artifact: Produced as a downloadable .json, born a draft like every other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Sourcing Events — RFP to award. The RFP pipeline, bid scorecards and the award decision, with weights published up front. Compliance is a gate, not a weight: A supplier failing a mandatory rule is excluded, not scored down. A weight can be outvoted by price; a gate cannot. Issuing an RFP has zero financial impact: It invites bids and commits nothing. The award is where the money moves — and where CFO escalation applies. Above $100k the award needs two approvers: Compared by user.id, so one person signing twice is one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&amp; Savings — classification and the savings pipeline. Classified spend by category, coverage, and savings priced per lever. The unclassified residual ships as a file: A coverage percentage you cannot see inside cannot be acted on. Savings are modelled, not estimated: Published rates per lever, so two runs over the same data agree and the method is auditable. Below 85% coverage it escalates: The savings numbers would rest on too little classified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Risk — four domains, one disposition. Financial, operational, compliance and ESG risk scored separately, then blended. 0.30 / 0.25 / 0.30 / 0.15: A weighted blend, so one bad domain does not by itself condemn a supplier — but each domain is carried through. `applied_disposition` stays null: The assessment records the recommendation. The vendor master changes only on approval. Thin evidence lowers confidence: Two or more "no data" findings drop it to 0.72 rather than scoring confidently on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Contracts — clause review that withholds signature. Drafts, clause findings, obligations and renewals, with the legal risk score built additively. Signature is not offered on bad paper: While mandatory clauses are missing or risky ones present, the proposal is never made — so it cannot be approved. A missing clause carries weight too: An omission is a risk, not a neutral absence. Silent auto-renewal is flagged with its notice period: The risk is the date passing unnoticed, not the clause existing.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 Spend — the long tail, governed. Head/tail split on a Pareto cut, consolidation clusters and off-catalogue enforcement. $4,000 materiality floor: Without it, clustering surfaces dozens of clusters that cost more to action than they save. No preferred supplier → zero savings claimed: The finding is recorded honestly rather than claiming savings nobody can realise. Enforcement needs a substitute: Where no catalogue item exists, the buyer had no compliant option — so nothing is proposed.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Control Room — governance per agent. Autonomy level, confidence threshold, financial ceiling, permitted actions and run history. All 16 ship at L2 · Human Approval: Every proposal waits. L4 is disabled entirely while global enforcement is on. The fleet kill switch: P2P_AGENTS_PAUSED or the button — a disabled agent returns blocked_by_policy without running. Run one agent on demand: The fastest development loop: change decide(), click run, read the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configuration — the envelope you can move. Everything the policy engine reads about this agent, editable and audited. These are `agent_configs` rows: Seeded from the class defaults, then owned by the database. Governance is data. Raising autonomy does not bypass HITL: Gate 1 is the global switch; gates 2–7 still apply either way. The prompt is shown, not hidden: Generated by BaseAgent.prompt_template() from the declared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I/O Catalogue — the contract, all 16 agents. What each agent consumes and what it hands back, with formats and the files it has produced. Rendered from `IOSpec` declarations: Not a written document — the same objects the agent declares in code. Five kinds: attachment, data, artifact, record, proposal — the last one is always a checkpoint. Produced files are downloadable: Straight from artifacts, with their draft/released state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Library — documents in and out. One table, two directions. Uploaded attachments and agent deliverables side by side. Outputs are born `draft`: They become released only when the checkpoint that owns them is approved. Rejection leaves them as drafts: Evidence of what was considered, with nothing issued. Seven samples ship seeded: So a demo can run an agent against real input with no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 Command Center — forecast, not report. Breach forecast per invoice with its drivers, and the interventions that would protect it. Costs remaining stages only: Charging every invoice for exception handling forecasts the whole portfolio at risk — wrong and useless. Rebalancing respects approval limits: A move that creates an unapprovable assignment has relocated the problem, not solved it. Below 95% forecast compliance it escalates: That is an executive condition, not a queue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Library — 28 shared capabilities. The analysis layer the agents compose. A skill returns evidence; it never writes. Contracts are generated: skills/&lt;name&gt;/SKILL.md from the live descriptors, so documentation cannot drift. Skills are pure functions of their inputs: No session, no writes — which is why they are trivially testable. Reused across agents: variance_analysis serves Three-Way Match, Exception Resolution and Contract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Trail — hash-chained and verifiable. Every decision, who made it, on what evidence, and whether enforcement was on at the time. `sha256(previous_hash ‖ payload)`: Each row covers the one before it. Editing history breaks verification at that row. `GET /api/audit/verify` replays from genesis: And reports the first divergence, if any. Agent and human entries are distinguished: actor_type separates what the agent concluded from what a person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— policy as data. Fifteen rules, the master HITL switch, and the thresholds every agent reads on every run. Changing governance is a data change: Tolerances and thresholds are rows in policy_rules, not constants in code. The master switch opens gate 1 only: An L2 agent still stops; an irreversible action still stops; a low-confidence proposal still stops. Every edit is audited: Who loosened the tolerance, when, and from what to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Academy — six foundations, then each agent. What is true of every agent before you look at any one of them. Read from the agents' own declarations: A lesson cannot describe behaviour the agent does not have. The foundations are the mental model: An agent cannot act · the lifecycle · seven gates · irreversible means irreversible · documents follow the same rule · rules decide, not a model. This is the onboarding path: New developer, no context: read the six, then pick the agent you are changing.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Academy — input and output, per agent. The question the screen exists to answer: what do I give it, and what do I get back? Kind, format and example per field: Enough to construct a call without reading the source. Attachments arrive parsed: CSV as typed rows, JSON as records, PDF as its text layer — the agent never touches storage. Outputs name the checkpoint they need: So the approval path is visible before you run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Academy — a worked example against seeded data. Given → it does → produces → decided by. Runnable in the demo as written. The lifecycle is the declared `plan()`: With the tool and the rationale for each step. The example uses shipped fixtures: You can reproduce it in the running demo in under a minute. "Decided by" names the authority: Including when two approvers are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Model — the live schema, seven domains. 29 tables introspected from SQLAlchemy metadata, with row counts read at request time. Agent-writable tables are marked: Only agent_executions, human_tasks and artifacts. Everything else needs an approved checkpoint. Nothing here is hand-maintained: A new table appears the moment it exists — and a test fails if it has no domain. Row counts are live: COUNT() per table per request. Cheap at demo scale; cache it at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Model — one table, both directions. Columns with types, keys, indexes and defaults, and foreign keys resolved both ways. `human_tasks` is the checkpoint: Proposed payload, policy verdict, human decision, applied payload — the whole story in one row. Both ends of every foreign key: Points-at and pointed-at-by, each clickable to jump. Watch the primary keys: workflow_events and audit_logs use an integer PK because SQLite only autoincrements a primary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6035040" cy="6035040"/>
          </a:xfrm>
          <a:prstGeom prst="ellipse">
            <a:avLst/>
          </a:prstGeom>
          <a:solidFill>
            <a:srgbClr val="4F8EF7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108960"/>
            <a:ext cx="4023360" cy="4023360"/>
          </a:xfrm>
          <a:prstGeom prst="ellipse">
            <a:avLst/>
          </a:prstGeom>
          <a:solidFill>
            <a:srgbClr val="9370F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WALKTHROUGH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04672" y="1938528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AgentOps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3A1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Agentic P2P &amp; Procurement Platform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agents. Twenty-eight skills. Zero write access.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443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59152" y="4443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59152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95344" y="4443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895344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31536" y="4443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31536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67728" y="4443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67728" y="5047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870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live screenshots captured from the running application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explains the whole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27664" cy="1417320"/>
          </a:xfrm>
          <a:prstGeom prst="roundRect">
            <a:avLst>
              <a:gd name="adj" fmla="val 3871"/>
            </a:avLst>
          </a:prstGeom>
          <a:solidFill>
            <a:srgbClr val="10203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returns proposals, never mutations.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code path from an agent to a business table. Not a convention, not a review rule — a structural fact.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3493008" cy="2240280"/>
          </a:xfrm>
          <a:prstGeom prst="roundRect">
            <a:avLst>
              <a:gd name="adj" fmla="val 3265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40156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8770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proposal is inert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42428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ProposedAction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dataclass. No session, no ORM object, no executor reference. It cannot write because there is nothing in it to write with.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3154680"/>
            <a:ext cx="3493008" cy="2240280"/>
          </a:xfrm>
          <a:prstGeom prst="roundRect">
            <a:avLst>
              <a:gd name="adj" fmla="val 3265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340156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8576" y="38770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consumer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42428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code that reads a proposal is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hitl.create_checkpoint()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writes a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HumanTask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 and nothing else.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3154680"/>
            <a:ext cx="3493008" cy="2240280"/>
          </a:xfrm>
          <a:prstGeom prst="roundRect">
            <a:avLst>
              <a:gd name="adj" fmla="val 3265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340156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75904" y="38770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writer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42428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is written only by an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@action(...)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executor, reachable only from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hitl.decide()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an authority check.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632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guide is a consequence of that sentence.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· Developer Walkthrough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GUIDE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in the order you need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653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18470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011680" y="226771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layout, the three ways to run it, and the authority ladder that governs everything you will click.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3814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7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0" y="34198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product, screen by screen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11680" y="3840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screens from live captures — what each one shows and, for each, what a developer should actually notice.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718304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109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011680" y="499262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011680" y="541324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loop, the anatomy of an agent, the policy engine, the executor registry, and how to add your own.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309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Part 02 was captured from this application running locally, after a live agent sweep. Nothing is a mock-up.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everything lives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25,000 lines. The four files that carry the guarantees are marked.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7315200" cy="4297680"/>
          </a:xfrm>
          <a:prstGeom prst="roundRect">
            <a:avLst>
              <a:gd name="adj" fmla="val 1702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28800"/>
            <a:ext cx="691286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AgentOps-EnterpriseAgentic-P2P-Platform/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backend/app/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enums.py          roles, stages, 33 action kinds, IRREVERSIBLE_ACTIONS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models.py         29 tables in seven domains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agents/           base.py + 16 agents + registry + orchestrator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skills/           28 analysis capabilities — no writes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policy.py     the seven gates, default deny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hitl.py       checkpoints + the ONLY business writes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artifacts.py  draft → released lifecycle, parsers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audit.py      the hash chain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api/              auth · core · hitl · agents · procurement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· analytics · admin · explain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frontend/src/         22 screens, React + TS + Tailwind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agents/&lt;key&gt;/AGENT.md 16 generated build specifications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skills/&lt;name&gt;/SKILL.md 28 generated skill contracts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docs/SPECIFICATION.md the platform specification of record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              the two documentation generators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01584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THAT MATTER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01584" y="2048256"/>
            <a:ext cx="3493008" cy="877824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2176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2432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gates. Read this before changing any threshold.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3054096"/>
            <a:ext cx="3493008" cy="877824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182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3438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business data is written. 33 executors, one per action.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4059936"/>
            <a:ext cx="3493008" cy="877824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4187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agents/base.py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loop every agent shares — which is why the guarantees hold uniformly.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5065776"/>
            <a:ext cx="3493008" cy="877824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5193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7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enums.py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5449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references it. Change here, regenerate everywhere.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account, no API key, no database server. SQLite by default, one process, one port.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493008" cy="4114800"/>
          </a:xfrm>
          <a:prstGeom prst="roundRect">
            <a:avLst>
              <a:gd name="adj" fmla="val 2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980944" cy="1508760"/>
          </a:xfrm>
          <a:prstGeom prst="roundRect">
            <a:avLst>
              <a:gd name="adj" fmla="val 484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395728"/>
            <a:ext cx="2724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         # macOS / Linux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.\run.ps1         # Windows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http://localhost:8000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Installs, builds the SPA, seeds the demo, serves API and UI on one port. Idempotent — safe to re-run.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700784"/>
            <a:ext cx="3493008" cy="4114800"/>
          </a:xfrm>
          <a:prstGeom prst="roundRect">
            <a:avLst>
              <a:gd name="adj" fmla="val 2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83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37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90288" y="2286000"/>
            <a:ext cx="2980944" cy="1508760"/>
          </a:xfrm>
          <a:prstGeom prst="roundRect">
            <a:avLst>
              <a:gd name="adj" fmla="val 484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395728"/>
            <a:ext cx="2724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--dev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UI  → :5173  (hot reload)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→ :8000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P2P_RELOAD=1 ./run.sh --dev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0288" y="39502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proxies /api to the backend. Use :5173 — port 8000 serves the last built UI, which will be stale.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700784"/>
            <a:ext cx="3493008" cy="4114800"/>
          </a:xfrm>
          <a:prstGeom prst="roundRect">
            <a:avLst>
              <a:gd name="adj" fmla="val 2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883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357616" y="2286000"/>
            <a:ext cx="2980944" cy="1508760"/>
          </a:xfrm>
          <a:prstGeom prst="roundRect">
            <a:avLst>
              <a:gd name="adj" fmla="val 484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395728"/>
            <a:ext cx="2724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fresh start: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57616" y="39502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the host. The demo database persists in the p2p-data volume, so decisions survive a restart.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takes 1–3 minutes (virtualenv + npm install + UI build). Subsequent runs start in seconds.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authority ladder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ladder, not a set — a Controller can decide everything a clerk can. This is enforced server-side, not in the UI.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7040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DECIDE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supplier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external party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ap_clerk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Extraction, matching, exceptions, supplier drafts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procurement / treasury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sourcing, savings, dispositions / payment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ap_manager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ERP posting, escalations, invoice approvals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payment release, master data, contract signature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cfo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Everything, including executive briefs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8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7E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1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agent autonomy, the governance switch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737360"/>
            <a:ext cx="3730752" cy="3200400"/>
          </a:xfrm>
          <a:prstGeom prst="roundRect">
            <a:avLst>
              <a:gd name="adj" fmla="val 2286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19872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BY VALUE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19872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the per-action minimum: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19872" y="26151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$50,000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92640" y="2615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required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19872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$250,000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92640" y="3364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required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19872" y="4114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7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$100,000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7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irreversible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926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approvers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63840" y="512064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A142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01584" y="5266944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approval compares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user.id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role. The same person approving twice is one approval.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Orientation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— personas, not passwords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seeded personas across the authority ladder. Identity is selected; authority is enforced.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1-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persona </a:t>
            </a:r>
            <a:pPr indent="0" marL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auth token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the chosen id in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X-User-Id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get_current_user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resolves it. Production puts SSO here and changes nothing else.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drives everything downstream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persona can </a:t>
            </a:r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enforced server-side in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hitl.decide()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hidden in the UI.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as Priya (AP Clerk)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rung makes the authority limits visible within two clicks.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Getting started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 — the portfolio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against industry benchmarks, the invoice pipeline, aging, and the human-in-the-loop scoreboard.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2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Touchless rate is real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invoices.human_touches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constant. Approving proposals moves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HITL scoreboard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checkpoints, value held, and how many are irreversible — the number that matters in a governance conversation.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activity rail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from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/api/events/stream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fed by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workflow_events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Inbox — where every agent action stops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below has touched the ERP, the ledger or a supplier. That happens only when a human decides.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3-in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human_tasks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record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is a straight read of the checkpoint table, filtered by what your role may decide.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irreversibility are badges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come from the policy verdict stored on the task at creation time.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"Only what I can decide"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the role filter. Higher roles see </a:t>
            </a:r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checkpoints, not fewer.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— what would change, and why it stopped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panel answers the auditor's question directly: why is a human deciding this?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4-checkpoint-propos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a human is deciding this"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a policy gate that blocked, rendered from the stored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PolicyDecision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 marketing copy — the actual verdict.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is enforced here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as Controller, this CFO-level decision is refused. The buttons are present; the server rejects 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assertion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cites the observation it came from, so the decision is reconstructable months later.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reasoning — the plan, the tools, the confidence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run: what it planned, each tool call and what came back, and the decision rules it applied.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5-checkpoint-reaso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Persisted, not regenerated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agent_executions.plan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.observations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.evidence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Re-opening this in a year shows the same thing.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rules are quantitative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"Amount variance +8.00% against a 3% tolerance" — a rule you can argue with.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narrator cannot change the outcome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engine decided before the LLM was asked to explain it.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audit — every gate, opened or blocked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gates with their verdicts, the required role, and the audit entries this decision will write.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6-checkpoint-polic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deny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allow_auto_execute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</a:t>
            </a:r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to open. Any single block sends it here.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Value-based escalation is visible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 —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controller_threshold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cfo_threshold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dual_approval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are the ones the engine actually set.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writes the chain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appends a hash-chained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 covering the previous row's hash.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The checkpoint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 — the working 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in-flight invoice with its stage, match result, owner and agent activity.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7-invoi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decides which agent owns 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maps stage → agent.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belongs to Three-Way Match, and nothing else touches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result is stored, not derived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line-level analysis is kept on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invoices.match_details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audit.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stage to follow one agent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see a single agent's working set.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detail — timeline, runs and source document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every agent run and every human decision against one invoice, in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8-invoice-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timeline is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workflow_events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and derived. Nothing in it can be edited from the UI.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runs link to their checkpoints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proposal → decision → applied payload, all navigable.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 document is retained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auditable against the text it actually read.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— the agent's diagnosis, priced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cases with the proposed resolution and the alternatives costed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09-excep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carry payloads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one substitutes its payload into the checkpoint — the reviewer never retypes anything.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70% confidence it proposes nothing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Resolution asks for a human owner instead. A confident wrong answer is worse than none.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is computed from impact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label the agent picked; a function of the money at stake.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— scheduling, discounts and release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Payment-run proposals ranked by priority score, with the early-pay discount at stake quoted.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0-pay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due_risk + supplier_tier + discount_value + sla_risk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breakdown is shown, not just the total — a total on its own is not reviewable.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suppliers never appear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Readiness skips them entirely rather than proposing a release that would be rejected.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is irreversible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Controller, always a human, at any autonomy level.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P2P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Command Center — six executive KPIs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under management, contract compliance, supplier risk, tail spend, cycle time and savings.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1-procure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start off target on purpose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the agents' proposals is what closes the gaps — that is the story worth showing.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the brief is CFO-level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an audience that will act on it and cannot be unsent.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data is an artifact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as a downloadable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born a draft like every other deliverable.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Events — RFP to award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RFP pipeline, bid scorecards and the award decision, with weights published up front.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2-sourc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a gate, not a weight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failing a mandatory rule is excluded, not scored down. A weight can be outvoted by price; a gate cannot.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Issuing an RFP has zero financial impact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invites bids and commits nothing. The award is where the money moves — and where CFO escalation applies.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 $100k the award needs two approvers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by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user.id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one person signing twice is one approval.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&amp; Savings — classification and the savings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spend by category, coverage, and savings priced per lever.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3-sp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unclassified residual ships as a file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percentage you cannot see inside cannot be acted 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are modelled, not estimated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rates per lever, so two runs over the same data agree and the method is auditable.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85% coverage it escalates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numbers would rest on too little classified spend.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Risk — four domains, one disposition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operational, compliance and ESG risk scored separately, then blended.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4-supplier-ri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 / 0.25 / 0.30 / 0.15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blend, so one bad domain does not by itself condemn a supplier — but each domain is carried through.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applied_disposition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stays null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records the recommendation. The vendor master changes only on approval.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evidence lowers confidence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"no data" findings drop it to 0.72 rather than scoring confidently on nothing.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— clause review that withholds signature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clause findings, obligations and renewals, with the legal risk score built additively.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5-contra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is not offered on bad paper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mandatory clauses are missing or risky ones present, the proposal is never made — so it cannot be approved.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missing clause carries weight too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omission is a risk, not a neutral absence.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auto-renewal is flagged with its notice period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is the date passing unnoticed, not the clause existing.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Spend — the long tail, governed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Head/tail split on a Pareto cut, consolidation clusters and off-catalogue enforcement.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6-tail-sp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 materiality floor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clustering surfaces dozens of clusters that cost more to action than they save.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preferred supplier → zero savings claimed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is recorded honestly rather than claiming savings nobody can realise.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needs a substitute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 catalogue item exists, the buyer had no compliant option — so nothing is proposed.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Procurement AgentOps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Control Room — governance per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level, confidence threshold, financial ceiling, permitted actions and run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7-control-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16 ship at L2 · Human Approval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waits. L4 is disabled entirely while global enforcement is 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 kill switch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P2P_AGENTS_PAUSED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 button — a disabled agent returns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blocked_by_policy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running.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one agent on demand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development loop: change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decide()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click run, read the checkpoint.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configuration — the envelope you can move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policy engine reads about this agent, editable and audited.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8-agent-conf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agent_configs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rows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from the class defaults, then owned by the database. Governance is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autonomy does not bypass HITL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is the global switch; gates 2–7 still apply either way.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shown, not hidden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BaseAgent.prompt_template()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declared identity.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I/O Catalogue — the contract, all 16 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consumes and what it hands back, with formats and the files it has produced.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19-agent-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from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IOSpec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declarations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written document — the same objects the agent declares in code.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kinds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attachment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last one is always a checkpoint.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 files are downloadable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their draft/released state visible.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Library — documents in and 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two directions. Uploaded attachments and agent deliverables side by side.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0-artifa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are born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become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when the checkpoint that owns them is approved.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Rejection leaves them as drafts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what was considered, with nothing issued.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samples ship seeded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demo can run an agent against real input with no preparation.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Command Center — forecast, not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forecast per invoice with its drivers, and the interventions that would protect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1-s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remaining stages only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every invoice for exception handling forecasts the whole portfolio at risk — wrong and useless.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Rebalancing respects approval limits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 that creates an unapprovable assignment has relocated the problem, not solved 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95% forecast compliance it escalates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an executive condition, not a queue item.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Library — 28 shared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layer the agents compose. A skill returns evidence; it never writes.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2-skil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are generated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live descriptors, so documentation cannot drift.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are pure functions of their inputs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session, no writes — which is why they are trivially testable.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 across agents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variance_analysis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serves Three-Way Match, Exception Resolution and Contract Intelligence.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 — hash-chained and verifiable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who made it, on what evidence, and whether enforcement was on at the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3-aud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sha256(previous_hash ‖ payload)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covers the one before it. Editing history breaks verification at that row.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/api/audit/verify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replays from genesis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reports the first divergence, if any.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and human entries are distinguished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actor_type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separates what the agent concluded from what a person decided.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Assurance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— policy as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rules, the master HITL switch, and the thresholds every agent reads on every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4-govern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governance is a data change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Tolerances and thresholds are rows in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policy_rules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constants in code.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master switch opens gate 1 only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L2 agent still stops; an irreversible action still stops; a low-confidence proposal still stops.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edit is audited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loosened the tolerance, when, and from what to what.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Assurance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Academy — six foundations, then each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of every agent before you look at any one of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5-acade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from the agents' own declarations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cannot describe behaviour the agent does not have.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foundations are the mental model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cannot act · the lifecycle · seven gates · irreversible means irreversible · documents follow the same rule · rules decide, not a model.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onboarding path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developer, no context: read the six, then pick the agent you are changing.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— input and output, per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screen exists to answer: what do I give it, and what do I get back?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6-academy-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Kind, format and example per field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construct a call without reading the source.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Attachments arrive parsed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as typed rows, JSON as records, PDF as its text layer — the agent never touches storage.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name the checkpoint they need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approval path is visible before you run anything.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— a worked example against seeded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→ it does → produces → decided by. Runnable in the demo as written.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7-academy-exa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 is the declared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plan()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tool and the rationale for each step.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example uses shipped fixtures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reproduce it in the running demo in under a minute.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"Decided by" names the authority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when two approvers are required.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the live schema, seven domains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tables introspected from SQLAlchemy metadata, with row counts read at request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8-data-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Agent-writable tables are marked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agent_executions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human_tasks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Everything else needs an approved checkpoint.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is hand-maintained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table appears the moment it exists — and a test fails if it has no domain.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counts are live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table per request. Cheap at demo scale; cache it at volume.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one table, both directions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types, keys, indexes and defaults, and foreign keys resolved both ways.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472184"/>
            <a:ext cx="7726680" cy="4636226"/>
          </a:xfrm>
          <a:prstGeom prst="roundRect">
            <a:avLst>
              <a:gd name="adj" fmla="val 986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29-data-model-dra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635240" cy="454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9056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49056" y="1883664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0224" y="2002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human_tasks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checkpoint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50224" y="24323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payload, policy verdict, human decision, applied payload — the whole story in one row.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49056" y="3273552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392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ends of every foreign key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5022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Points-at and pointed-at-by, each clickable to jump.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49056" y="4663440"/>
            <a:ext cx="3145536" cy="1243584"/>
          </a:xfrm>
          <a:prstGeom prst="roundRect">
            <a:avLst>
              <a:gd name="adj" fmla="val 588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4782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primary keys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50224" y="5212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workflow_events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an integer PK because SQLite only autoincrements a primary key.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Under the Hood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22A074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26517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602736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loop, the anatomy of an agent, the policy engine,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registry — and how to add your own.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 loop — identical for all sixteen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plan(), gather() and decide() is the base class. That is why the guarantees hold uniformly.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8836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attachments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18541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context["attachment_ids"]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parsed records in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context["attachments"]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75564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2048256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8836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config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218541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disabled agent returns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blocked_by_policy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running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81635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108960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944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246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plan()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PlanStep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persisted to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agent_executions.plan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81635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108960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944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/ observe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3246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gather()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each persisted and streamed 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87705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69664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0050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430682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decide()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AgentDecision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llm.reason()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narrates what was already decided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387705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4169664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0050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49440" y="430682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 event. It annotates — it does not change what a human decides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937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0203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23036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80160" y="53675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proposal →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policy.evaluate()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HumanTask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carrying the verdict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6208" y="4937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5230368"/>
            <a:ext cx="329184" cy="329184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49440" y="53675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entry and a completion event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is where the guarantee lives: </a:t>
            </a:r>
            <a:pPr indent="0" marL="0">
              <a:buNone/>
            </a:pPr>
            <a:r>
              <a:rPr lang="en-US" sz="11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policy.evaluate()</a:t>
            </a:r>
            <a:pPr indent="0" marL="0">
              <a:buNone/>
            </a:pPr>
            <a:r>
              <a:rPr lang="en-US" sz="1300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on every proposal, and the result is a </a:t>
            </a:r>
            <a:pPr indent="0" marL="0">
              <a:buNone/>
            </a:pPr>
            <a:r>
              <a:rPr lang="en-US" sz="11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HumanTask</a:t>
            </a:r>
            <a:pPr indent="0" marL="0">
              <a:buNone/>
            </a:pPr>
            <a:r>
              <a:rPr lang="en-US" sz="1300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a write.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agent cannot write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guarantee reduces to what this dataclass does not contain.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65376"/>
            <a:ext cx="663854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ProposedAction: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action_kind: str          # one of 33 ActionKinds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payload: dict             # what the executor will apply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diff_preview: list[dict]  # before/after for the reviewer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alternatives: list[dict]  # priced options, each with its own payload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financial_impact_usd: float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artifact_ids: list[str]   # drafts this action releases on approval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session. No ORM object. No executor reference.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cannot write anything, because there is nothing here to write with.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27264" y="1700784"/>
            <a:ext cx="3767328" cy="4023360"/>
          </a:xfrm>
          <a:prstGeom prst="roundRect">
            <a:avLst>
              <a:gd name="adj" fmla="val 194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3296" y="1883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83296" y="2249424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85632" y="2212848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wanted to write to a business table would have to be rewritten to do so — it is not a matter of discipline.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3419856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296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85632" y="338328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reviewer does not need to check for stray writes. There is nothing to write with.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4590288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85632" y="455371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this is trivial: run the agent, count the rows, assert nothing moved.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agent — plan()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Match, the clearest of the sixteen. plan() declares the steps; it does not run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7040880" cy="2834640"/>
          </a:xfrm>
          <a:prstGeom prst="roundRect">
            <a:avLst>
              <a:gd name="adj" fmla="val 2581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01952"/>
            <a:ext cx="663854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plan(self, db: Session, context: dict) -&gt; list[PlanStep]: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PlanStep(1, "Fetch the purchase order and its lines", "po_fetch",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"The PO is the contractual basis for what may be billed."),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PlanStep(2, "Fetch goods receipts posted against the PO", "gr_fetch",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"Receipt confirms the goods or services actually arrived."),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PlanStep(3, "Run line-level variance analysis", "variance_analysis",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"Header totals hide offsetting line errors."),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PlanStep(4, "Apply tolerance policy", "policy_compliance",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"Tolerance is a governance decision, not an agent preference."),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PlanStep(5, "Propose clearance or an exception", "hitl_checkpoint",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"Either outcome is reviewed by AP before it takes effect."),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4754880"/>
            <a:ext cx="7040880" cy="1097280"/>
          </a:xfrm>
          <a:prstGeom prst="roundRect">
            <a:avLst>
              <a:gd name="adj" fmla="val 6667"/>
            </a:avLst>
          </a:prstGeom>
          <a:solidFill>
            <a:srgbClr val="10203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01184"/>
            <a:ext cx="6547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plan() is called with an empty context by the Academy screen and by the build-spec generator. If it queried the database, both would break — and it would no longer be a plan, it would be a trace.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27264" y="1737360"/>
            <a:ext cx="3767328" cy="4078224"/>
          </a:xfrm>
          <a:prstGeom prst="roundRect">
            <a:avLst>
              <a:gd name="adj" fmla="val 194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ANSWERS THREE THINGS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83296" y="2286000"/>
            <a:ext cx="292608" cy="292608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85632" y="226771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85632" y="25603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a reviewer, not a log line.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3456432"/>
            <a:ext cx="292608" cy="292608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85632" y="343814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5632" y="3730752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shown in the Academy and in the run timeline.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4626864"/>
            <a:ext cx="292608" cy="292608"/>
          </a:xfrm>
          <a:prstGeom prst="ellipse">
            <a:avLst/>
          </a:prstGeom>
          <a:solidFill>
            <a:srgbClr val="9370F0"/>
          </a:solidFill>
          <a:ln w="12700">
            <a:solidFill>
              <a:srgbClr val="937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329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85632" y="460857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85632" y="4901184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rationale a reader needs to judge whether the step belongs. "Header totals hide offsetting line errors" is a reason; "fetch data" is not.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agent — gather()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evidence and returns one Observation per tool. Still writes nothing.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7040880" cy="3383280"/>
          </a:xfrm>
          <a:prstGeom prst="roundRect">
            <a:avLst>
              <a:gd name="adj" fmla="val 2162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01952"/>
            <a:ext cx="663854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gather(self, db: Session, context: dict) -&gt; list[Observation]: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 = PolicyStore(db)              # governance is data, read every run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context["tolerances"] = {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"amount_pct":   store.number("match.amount_variance_pct", 3.0),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"quantity_pct": store.number("match.quantity_variance_pct", 2.0),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"amount_abs":   store.number("match.amount_variance_abs", 50.0),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analysis = variance_analysis.analyze(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invoice_lines=..., po_lines=..., received_qty_by_line=...,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**context["tolerances"])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context["analysis"] = analysis       # state on context, never on self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[Observation("variance_analysis",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f"Match '{analysis['match_result']}'",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analysis, ok=analysis["clean"])]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5321808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1A142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31536"/>
            <a:ext cx="6547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goes on </a:t>
            </a:r>
            <a:pPr indent="0" marL="0">
              <a:buNone/>
            </a:pPr>
            <a:r>
              <a:rPr lang="en-US" sz="11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pPr indent="0" marL="0">
              <a:buNone/>
            </a:pPr>
            <a:r>
              <a:rPr lang="en-US" sz="12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on </a:t>
            </a:r>
            <a:pPr indent="0" marL="0">
              <a:buNone/>
            </a:pPr>
            <a:r>
              <a:rPr lang="en-US" sz="11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Agents are singletons in the registry — anything stored on the instance leaks into the next run.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27264" y="1737360"/>
            <a:ext cx="3767328" cy="4224528"/>
          </a:xfrm>
          <a:prstGeom prst="roundRect">
            <a:avLst>
              <a:gd name="adj" fmla="val 194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SHAPED THIS 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83296" y="2286000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85632" y="226771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Observation per tool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85632" y="256032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persisted and streamed to the activity rail as it happens, so a reviewer sees what was asked and what came back.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3511296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85632" y="349300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is read per 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5632" y="3785616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Tolerances come from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policy_rules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time, so loosening one takes effect without a deploy.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4736592"/>
            <a:ext cx="292608" cy="292608"/>
          </a:xfrm>
          <a:prstGeom prst="ellipse">
            <a:avLst/>
          </a:prstGeom>
          <a:solidFill>
            <a:srgbClr val="22A074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3296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85632" y="4718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an observation too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85632" y="5010912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ok=False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summary. An agent that cannot read its input says so rather than raising.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agent — decide()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AgentDecision. Every field is something a reviewer will read.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7040880" cy="4114800"/>
          </a:xfrm>
          <a:prstGeom prst="roundRect">
            <a:avLst>
              <a:gd name="adj" fmla="val 177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65376"/>
            <a:ext cx="663854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decide(self, db, context, observations) -&gt; AgentDecision: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analysis = context["analysis"]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analysis["clean"]: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                                # exception path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AgentDecision(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conclusion=f"{invoice.invoice_number} matches within tolerance.",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confidence=0.97 if result == MatchResult.MATCHED else 0.94,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decision_rules=[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f"Amount variance {analysis['total_variance_pct']:+.2f}% "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f"against a {tolerances['amount_pct']}% tolerance.",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evidence=[evidence_item("Total variance", ..., "variance_analysis")],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proposals=[ProposedAction(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action_kind=ActionKind.ADVANCE_STAGE,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payload={"invoice_id": invoice.id,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"stage": WorkflowStage.APPROVAL,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"match_result": result, "match_details": analysis},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confidence=0.97, financial_impact_usd=amount)],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handoff_to="approval_acceleration",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827264" y="1700784"/>
            <a:ext cx="3767328" cy="4114800"/>
          </a:xfrm>
          <a:prstGeom prst="roundRect">
            <a:avLst>
              <a:gd name="adj" fmla="val 194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3296" y="1883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3296" y="2231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real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83296" y="24963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the agent stands behind. The policy engine gates on it, so a constant 0.95 defeats the control.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83296" y="3145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cites its source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83296" y="34107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names the observation it came from.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83296" y="4059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is what is at risk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83296" y="43251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role escalation. Inflated blocks work; deflated under-reviews it.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83296" y="4974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quantitative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83296" y="52395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"+8.00% against a 3% tolerance" is arguable. "Looks wrong" is not.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engine — seven gates, default deny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allow_auto_execute requires every gate to open. Anything else becomes a checkpoint.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83080"/>
            <a:ext cx="310896" cy="310896"/>
          </a:xfrm>
          <a:prstGeom prst="ellipse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HITL enforcement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hitl.enforce_global</a:t>
            </a:r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276856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359152"/>
            <a:ext cx="310896" cy="310896"/>
          </a:xfrm>
          <a:prstGeom prst="ellipse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2295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2295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at L3 or above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935224"/>
            <a:ext cx="310896" cy="310896"/>
          </a:xfrm>
          <a:prstGeom prst="ellipse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74720" y="2871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is not in </a:t>
            </a:r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IRREVERSIBLE_ACTIONS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429000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511296"/>
            <a:ext cx="310896" cy="310896"/>
          </a:xfrm>
          <a:prstGeom prst="ellipse">
            <a:avLst/>
          </a:prstGeom>
          <a:solidFill>
            <a:srgbClr val="C07F22"/>
          </a:solidFill>
          <a:ln w="12700">
            <a:solidFill>
              <a:srgbClr val="C07F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3447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3447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confidence ≥ the agent threshold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005072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087368"/>
            <a:ext cx="310896" cy="310896"/>
          </a:xfrm>
          <a:prstGeom prst="ellipse">
            <a:avLst/>
          </a:prstGeom>
          <a:solidFill>
            <a:srgbClr val="C07F22"/>
          </a:solidFill>
          <a:ln w="12700">
            <a:solidFill>
              <a:srgbClr val="C07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3856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envelope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747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≤ the agent's </a:t>
            </a:r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max_auto_amount_usd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581144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663440"/>
            <a:ext cx="310896" cy="310896"/>
          </a:xfrm>
          <a:prstGeom prst="ellipse">
            <a:avLst/>
          </a:prstGeom>
          <a:solidFill>
            <a:srgbClr val="C07F22"/>
          </a:solidFill>
          <a:ln w="12700">
            <a:solidFill>
              <a:srgbClr val="C07F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3856" y="4599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74720" y="4599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risk is not high or critical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157216"/>
            <a:ext cx="5394960" cy="484632"/>
          </a:xfrm>
          <a:prstGeom prst="roundRect">
            <a:avLst>
              <a:gd name="adj" fmla="val 1509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239512"/>
            <a:ext cx="310896" cy="310896"/>
          </a:xfrm>
          <a:prstGeom prst="ellipse">
            <a:avLst/>
          </a:prstGeom>
          <a:solidFill>
            <a:srgbClr val="C07F22"/>
          </a:solidFill>
          <a:ln w="12700">
            <a:solidFill>
              <a:srgbClr val="C07F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33856" y="5175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allow-list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474720" y="5175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is in the agent's permitted set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WHEN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1700784"/>
            <a:ext cx="5394960" cy="4059936"/>
          </a:xfrm>
          <a:prstGeom prst="roundRect">
            <a:avLst>
              <a:gd name="adj" fmla="val 1802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865376"/>
            <a:ext cx="49926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services/policy.py — every gate must open. Default deny.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store.flag("hitl.enforce_global", settings.enforce_human_in_the_loop):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blocked.append("Global human-in-the-loop enforcement is ON.")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action_kind in IRREVERSIBLE_ACTIONS: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blocked.append(f"'{action_kind}' is irreversible — always a human.")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confidence &lt; threshold: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blocked.append(f"Confidence {confidence:.0%} below {threshold:.0%}.")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Authority escalates with value, on top of the per-action minimum.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financial_impact_usd &gt;= 250_000: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required_role, flag = Role.CFO, "cfo_threshold"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financial_impact_usd &gt;= 50_000: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required_role, flag = Role.CONTROLLER, "controller_threshold"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dual_approval = (financial_impact_usd &gt;= dual_threshold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and action_kind in IRREVERSIBLE_ACTIONS)</a:t>
            </a: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endParaRPr lang="en-US" sz="850" dirty="0"/>
          </a:p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PolicyDecision(allow_auto_execute=not blocked, reasons=..., ...)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5870448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10203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9618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global enforcement off opens gate 1 only. An L2 agent still stops, an irreversible action still stops, a low-confidence proposal still stops.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executor registry — the only writer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Thirty-three executors, one per action kind. If you are writing business data, you are writing one of these.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7040880" cy="4114800"/>
          </a:xfrm>
          <a:prstGeom prst="roundRect">
            <a:avLst>
              <a:gd name="adj" fmla="val 1778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65376"/>
            <a:ext cx="663854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services/hitl.py — the ONLY place business data is written.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_HANDLERS: dict[str, Handler] = {}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action(kind: str):                       # registration decorator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wrapper(fn): _HANDLERS[str(kind)] = fn; return fn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@action(ActionKind.ADVANCE_STAGE)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_advance_stage(db, task, payload, actor) -&gt; dict: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invoice = _invoice(db, task, payload)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before  = snapshot(invoice, INVOICE_AUDIT_FIELDS)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_advance(db, invoice, payload["stage"], payload.get("status"), actor.full_name)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write_audit(db, action="invoice.stage_advanced", actor=actor.full_name,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actor_type="human", before_state=before,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after_state=snapshot(invoice, INVOICE_AUDIT_FIELDS), ...)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{"stage": invoice.stage, "status": invoice.status}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action with no registered handler simply cannot happen.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27264" y="1700784"/>
            <a:ext cx="3767328" cy="1920240"/>
          </a:xfrm>
          <a:prstGeom prst="roundRect">
            <a:avLst>
              <a:gd name="adj" fmla="val 3810"/>
            </a:avLst>
          </a:prstGeom>
          <a:solidFill>
            <a:srgbClr val="1A142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3296" y="1865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ARE IRREVERSIBLE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3296" y="2139696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post_to_erp · schedule_payment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release_payment · block_supplier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update_supplier_master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send_supplier_message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approve_purchase_request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issue_rfp · award_sourcing_event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issue_contract_for_signature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consolidate_suppliers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publish_executive_brief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27264" y="3767328"/>
            <a:ext cx="3767328" cy="2048256"/>
          </a:xfrm>
          <a:prstGeom prst="roundRect">
            <a:avLst>
              <a:gd name="adj" fmla="val 3571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3296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REACHES OUTSIDE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83296" y="4242816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ledger, a bank, a supplier, a signature, a boardroom. None can be taken back by editing a row — so none may execute without a person, at any autonomy level, with enforcement off.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your own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The tests tell you what you forgot.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7040880" cy="4206240"/>
          </a:xfrm>
          <a:prstGeom prst="roundRect">
            <a:avLst>
              <a:gd name="adj" fmla="val 1739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65376"/>
            <a:ext cx="663854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backend/app/agents/my_agent.py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MyAgent(BaseAgent):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= "my_agent"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= "My Agent"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suite = AgentSuite.P2P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default_autonomy = AutonomyLevel.HUMAN_APPROVAL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default_confidence_threshold = 0.90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allowed_actions = [ActionKind.CREATE_EXCEPTION]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  = [IOSpec("invoice_id", "The invoice to inspect.", required=True)]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 = [IOSpec("Checkpoint", "Open an exception — AP Clerk decides.",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kind="proposal")]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plan(self, db, context):    ...   # static declaration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gather(self, db, context):  ...   # one Observation per tool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decide(self, db, ctx, obs): ...   # returns proposals, never writes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registry.py     → add MyAgent to P2P_AGENT_CLASSES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explain.py      → add a WORKED_EXAMPLES["my_agent"] entry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agent_build_notes.py → add BUILD_NOTES["my_agent"]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python scripts/generate_agent_specs.py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pytest — three drift guards will tell you what you missed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827264" y="1700784"/>
            <a:ext cx="3767328" cy="4206240"/>
          </a:xfrm>
          <a:prstGeom prst="roundRect">
            <a:avLst>
              <a:gd name="adj" fmla="val 1942"/>
            </a:avLst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3296" y="1883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GUARDS THAT CATCH YOU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3296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0" y="223113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executor for an action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0" y="2505456"/>
            <a:ext cx="2962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may not advertise an action nothing can apply.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83296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31638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Academy lesson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0" y="3438144"/>
            <a:ext cx="2962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agent must not ship undocumented.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8329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09651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build notes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0" y="4370832"/>
            <a:ext cx="2962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without the reasoning is not one anyone can rebuild from.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83296" y="5047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50292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stale AGENT.md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5303520"/>
            <a:ext cx="2962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regenerated in-memory and compared to what you committed.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— 79 tests, and the ones that fail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the full suite, the audit chain replayed from genesis, and both documentation generators.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21208" y="1655064"/>
            <a:ext cx="6675120" cy="4431222"/>
          </a:xfrm>
          <a:prstGeom prst="roundRect">
            <a:avLst>
              <a:gd name="adj" fmla="val 1032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6" name="Image 0" descr="/tmp/claude-0/-home-user-AgentOps-EnterpriseAgentic-P2P-Platform/a25da2f2-4522-5177-818d-46f50759edb7/scratchpad/img/30-verific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6583680" cy="43397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88352" y="1700784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080D1A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65376"/>
            <a:ext cx="380390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test_agent_cannot_mutate_state(seeded):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before = db.execute(select(SavingsOpportunity)).all()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get_agent("spend_analytics").run(db, {...})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after = db.execute(select(SavingsOpportunity)).all()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len(after) == len(before)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test_spec_matches_the_code(agent_key):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"""Change an agent, forget to regenerate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its spec, and this fails."""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 = gen.render(agent, BUILD_NOTES[key])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committed = (ROOT / "agents" / key /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"AGENT.md").read_text()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9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committed == expected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88352" y="4590288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02A20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44384" y="4736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A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DRIFT GUARDS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44384" y="50292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table outside a domain · a new agent without a lesson · a committed spec that no longer matches its code. Each fails the build rather than the demo.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The code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 when something is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proposes nothing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</a:t>
            </a:r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decide()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returned no proposals, or the agent is disabled in </a:t>
            </a:r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agent_configs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Check the run in the Control Room — a blocked run says so.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6208" y="14813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proposal will not execute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975104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checkpoint's Policy &amp; audit tab. It names the gate that held it and the role required.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626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2724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7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is refused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Authority. </a:t>
            </a:r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ACTION_MIN_ROLE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value-based escalation, plus dual approval above $100k on irreversible actions.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29626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2724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chain is broken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456432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/api/audit/verify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 the first divergent row. Something wrote history out of band.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443984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0857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A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deliverable stays a draft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checkpoint was rejected, or the proposal never carried </a:t>
            </a:r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artifact_ids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4443984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60857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 test fails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937760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bug — a missed step. Run the two generators in </a:t>
            </a:r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commit the result.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· Developer Walkthrough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4F8EF7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04672" y="17556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E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in this order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2798064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724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docs/SPECIFICATION.md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6736" y="30358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platform: guarantees, enums, data model, governance, API — and a rebuild order.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3584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agents/&lt;key&gt;/AGENT.md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16736" y="3895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build specification per agent. Enough to rebuild it without the source.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17136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16736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6736" y="4754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28 shared capabilities and their contracts.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376672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76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5303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Agents Academy screen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16736" y="5614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material, live, against seeded data you can run.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4672" y="5943600"/>
            <a:ext cx="10515600" cy="603504"/>
          </a:xfrm>
          <a:prstGeom prst="roundRect">
            <a:avLst>
              <a:gd name="adj" fmla="val 12121"/>
            </a:avLst>
          </a:prstGeom>
          <a:solidFill>
            <a:srgbClr val="10203A"/>
          </a:solidFill>
          <a:ln w="12700">
            <a:solidFill>
              <a:srgbClr val="22A0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603504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any rebuild against the invariant, not the feature list. An agent that can write to a business table has the same screens and none of the guarantees.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014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AgentOps — Developer Walkthrough</dc:title>
  <dc:subject>PptxGenJS Presentation</dc:subject>
  <dc:creator>AgentOps</dc:creator>
  <cp:lastModifiedBy>AgentOps</cp:lastModifiedBy>
  <cp:revision>1</cp:revision>
  <dcterms:created xsi:type="dcterms:W3CDTF">2026-08-07T04:47:40Z</dcterms:created>
  <dcterms:modified xsi:type="dcterms:W3CDTF">2026-08-07T04:47:40Z</dcterms:modified>
</cp:coreProperties>
</file>